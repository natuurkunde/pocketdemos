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17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18F23-78D9-AD4B-00C7-23A52A1D15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3D2138-7A92-047A-1ED5-4CCD32D704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E2677-B0B6-357A-634C-382678C05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8EE72-5F4A-4DE0-ABB2-1FC5928504C9}" type="datetimeFigureOut">
              <a:rPr lang="nl-NL" smtClean="0"/>
              <a:t>20-3-2026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536360-1A74-BCFD-161B-4D6D7AA89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E647DC-2777-60BB-6F7B-F18F04007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FDAB7-9EFE-452B-BE7F-782674A9EF1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06462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84CC3-49E6-2DCF-09C3-2E68240D3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1625E-AAFE-9E80-4030-BC049F213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01968-70AE-8E6A-083B-8226328D6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8EE72-5F4A-4DE0-ABB2-1FC5928504C9}" type="datetimeFigureOut">
              <a:rPr lang="nl-NL" smtClean="0"/>
              <a:t>20-3-2026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A2158B-C3AE-C954-59FF-E62AD820D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2F3750-CB87-6659-A926-9417180F4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FDAB7-9EFE-452B-BE7F-782674A9EF1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97593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E0B51-994F-E30E-9C6E-DEEB2AA2B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EE4F8F-6B56-D26D-F05D-0930E184B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520BD-85CF-6951-4E1A-1A215CCCD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8EE72-5F4A-4DE0-ABB2-1FC5928504C9}" type="datetimeFigureOut">
              <a:rPr lang="nl-NL" smtClean="0"/>
              <a:t>20-3-2026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A375F7-D2AE-7521-3137-28453DBB6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236AC-944A-FE76-3095-6C167E1FC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FDAB7-9EFE-452B-BE7F-782674A9EF1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48518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35ADD-618B-277E-9F11-1022BDA0D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6BC18-8114-1BAE-67D9-D05AB83BCF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E1E044-5EC1-10B7-FF74-10E8C18750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827AAB-7DCB-217C-B712-A327BA907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8EE72-5F4A-4DE0-ABB2-1FC5928504C9}" type="datetimeFigureOut">
              <a:rPr lang="nl-NL" smtClean="0"/>
              <a:t>20-3-2026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FC1AA2-F174-2058-2974-21330F9F9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7F7D5F-D630-CD3E-B9C8-7D1C1016F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FDAB7-9EFE-452B-BE7F-782674A9EF1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39254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716B0-310D-6FB7-6E48-6C8B49E4E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31C6BD-7658-C474-7063-6FC5ACCAB9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A75752-1168-E682-EF6A-F87B46A33D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402074-F765-9917-A968-2D73F712DE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BCE3E6-71DA-E1EC-FD96-846D577F61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A38AC0-87CD-615B-1B3A-232622A61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8EE72-5F4A-4DE0-ABB2-1FC5928504C9}" type="datetimeFigureOut">
              <a:rPr lang="nl-NL" smtClean="0"/>
              <a:t>20-3-2026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6731D1-C97C-71E8-3863-36E175CEA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C663C7-6790-2FDE-4BA5-16B07A8C2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FDAB7-9EFE-452B-BE7F-782674A9EF1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6678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699C5-2E6E-0CA5-5FFB-828CFA381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BA811B-1D71-2AB3-621D-6333E642E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8EE72-5F4A-4DE0-ABB2-1FC5928504C9}" type="datetimeFigureOut">
              <a:rPr lang="nl-NL" smtClean="0"/>
              <a:t>20-3-2026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26E0B5-044C-4F47-C089-77AC51E5C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E1B1A8-0CE1-827A-7C42-30C35BCB0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FDAB7-9EFE-452B-BE7F-782674A9EF1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14303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63437B-00B3-8953-D055-6E1359C17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8EE72-5F4A-4DE0-ABB2-1FC5928504C9}" type="datetimeFigureOut">
              <a:rPr lang="nl-NL" smtClean="0"/>
              <a:t>20-3-2026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479318-D65A-6D2E-BC6A-36E03B6BA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E8D4B-4C0D-AFD6-6E18-B3046A47F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FDAB7-9EFE-452B-BE7F-782674A9EF1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76995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56144-93CC-A772-7445-111EE2A8C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2834B-73E2-B6B1-565B-5C92716BF7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422452-EB06-2354-81DF-B88DCAAB72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51063C-BE73-D411-D5BD-92C2E0146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8EE72-5F4A-4DE0-ABB2-1FC5928504C9}" type="datetimeFigureOut">
              <a:rPr lang="nl-NL" smtClean="0"/>
              <a:t>20-3-2026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F3FFB8-F10D-A6FC-6FA8-66A8F929C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1E01E4-DE76-19D3-1593-9962A91DB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FDAB7-9EFE-452B-BE7F-782674A9EF1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97744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10FC5-EC23-DC11-C71F-D1F6A0F06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FB076D-E996-F244-CED1-AFC3455677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946F3C-7BE5-4302-6DA7-30809C594B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E67420-149F-344A-3945-DABF1D694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8EE72-5F4A-4DE0-ABB2-1FC5928504C9}" type="datetimeFigureOut">
              <a:rPr lang="nl-NL" smtClean="0"/>
              <a:t>20-3-2026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88BB35-709E-31BE-E050-3C4C93962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009848-1F41-B64E-4038-EC42C258E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FDAB7-9EFE-452B-BE7F-782674A9EF1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34678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07D74-FB7F-6944-A9E7-63B744CB6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BF486C-B2DB-2607-662E-89625F7DED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197A3-96D2-E232-7ECF-B0616EF16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8EE72-5F4A-4DE0-ABB2-1FC5928504C9}" type="datetimeFigureOut">
              <a:rPr lang="nl-NL" smtClean="0"/>
              <a:t>20-3-2026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DB16B6-925A-5664-4DFC-DB9860D10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80E0B-FA57-38BD-3617-CCDEAD700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FDAB7-9EFE-452B-BE7F-782674A9EF1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828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68C529-2EA1-F682-0259-9C0EAC1350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686D6A-215D-4E70-1B30-36F8D9119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BCFA0-135F-5696-00C3-1D9C2E349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8EE72-5F4A-4DE0-ABB2-1FC5928504C9}" type="datetimeFigureOut">
              <a:rPr lang="nl-NL" smtClean="0"/>
              <a:t>20-3-2026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F38102-0ED8-1440-C229-4AD6D7F87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26F71E-ECB4-091C-50F9-C59ACB6F1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FDAB7-9EFE-452B-BE7F-782674A9EF1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87800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1B9795-1628-A95C-DC3A-BFE5419AE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CFEBC1-AE11-945B-1C2F-8B410752B6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3AC981-73F1-ABED-C5FE-ADC61BDACC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88EE72-5F4A-4DE0-ABB2-1FC5928504C9}" type="datetimeFigureOut">
              <a:rPr lang="nl-NL" smtClean="0"/>
              <a:t>20-3-2026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35905-042C-81B7-FF11-546491413A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3CEF9-B1A8-C92C-253C-C52541A305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8FDAB7-9EFE-452B-BE7F-782674A9EF1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20160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BAC9E53-BDB4-245C-5063-FF82FFFF967D}"/>
              </a:ext>
            </a:extLst>
          </p:cNvPr>
          <p:cNvSpPr/>
          <p:nvPr/>
        </p:nvSpPr>
        <p:spPr>
          <a:xfrm>
            <a:off x="6634480" y="2082801"/>
            <a:ext cx="142240" cy="143256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EA53D3D-2983-386D-EF5E-36B1409FBC02}"/>
              </a:ext>
            </a:extLst>
          </p:cNvPr>
          <p:cNvSpPr/>
          <p:nvPr/>
        </p:nvSpPr>
        <p:spPr>
          <a:xfrm>
            <a:off x="4673600" y="1544320"/>
            <a:ext cx="4053840" cy="1270000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6DADDD-23E1-32D7-EFEC-306E3E5881F4}"/>
              </a:ext>
            </a:extLst>
          </p:cNvPr>
          <p:cNvCxnSpPr>
            <a:stCxn id="5" idx="0"/>
          </p:cNvCxnSpPr>
          <p:nvPr/>
        </p:nvCxnSpPr>
        <p:spPr>
          <a:xfrm flipV="1">
            <a:off x="6705600" y="1849120"/>
            <a:ext cx="1757680" cy="23368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26DE6F6-5326-DB13-8FCE-D29E0D9713E0}"/>
              </a:ext>
            </a:extLst>
          </p:cNvPr>
          <p:cNvCxnSpPr>
            <a:cxnSpLocks/>
          </p:cNvCxnSpPr>
          <p:nvPr/>
        </p:nvCxnSpPr>
        <p:spPr>
          <a:xfrm flipV="1">
            <a:off x="6700520" y="3515361"/>
            <a:ext cx="0" cy="80263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9352BA49-9C3F-4E28-4251-24AA375A70C2}"/>
              </a:ext>
            </a:extLst>
          </p:cNvPr>
          <p:cNvSpPr/>
          <p:nvPr/>
        </p:nvSpPr>
        <p:spPr>
          <a:xfrm>
            <a:off x="6451600" y="4287520"/>
            <a:ext cx="497840" cy="58928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Rectangle: Top Corners Snipped 11">
            <a:extLst>
              <a:ext uri="{FF2B5EF4-FFF2-40B4-BE49-F238E27FC236}">
                <a16:creationId xmlns:a16="http://schemas.microsoft.com/office/drawing/2014/main" id="{23AF00D8-05D0-2B7A-B260-788214FE1C86}"/>
              </a:ext>
            </a:extLst>
          </p:cNvPr>
          <p:cNvSpPr/>
          <p:nvPr/>
        </p:nvSpPr>
        <p:spPr>
          <a:xfrm rot="15593874">
            <a:off x="8316757" y="1706880"/>
            <a:ext cx="223507" cy="284479"/>
          </a:xfrm>
          <a:prstGeom prst="snip2Same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3220E2A-0DFB-95B7-2D31-5C4955D3CA43}"/>
              </a:ext>
            </a:extLst>
          </p:cNvPr>
          <p:cNvCxnSpPr/>
          <p:nvPr/>
        </p:nvCxnSpPr>
        <p:spPr>
          <a:xfrm flipV="1">
            <a:off x="7457440" y="2692400"/>
            <a:ext cx="365760" cy="7620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0368993-81D8-2A99-823C-27B73872A5C4}"/>
              </a:ext>
            </a:extLst>
          </p:cNvPr>
          <p:cNvCxnSpPr>
            <a:cxnSpLocks/>
          </p:cNvCxnSpPr>
          <p:nvPr/>
        </p:nvCxnSpPr>
        <p:spPr>
          <a:xfrm flipH="1">
            <a:off x="6248400" y="1526190"/>
            <a:ext cx="452120" cy="2829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6342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Freek Pols</dc:creator>
  <cp:lastModifiedBy>Freek Pols</cp:lastModifiedBy>
  <cp:revision>1</cp:revision>
  <dcterms:created xsi:type="dcterms:W3CDTF">2026-03-20T07:49:56Z</dcterms:created>
  <dcterms:modified xsi:type="dcterms:W3CDTF">2026-03-20T07:57:09Z</dcterms:modified>
</cp:coreProperties>
</file>